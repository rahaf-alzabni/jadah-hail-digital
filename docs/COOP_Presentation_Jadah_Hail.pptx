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71" r:id="rId7"/>
    <p:sldId id="272" r:id="rId8"/>
    <p:sldId id="273" r:id="rId9"/>
    <p:sldId id="27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B28D"/>
    <a:srgbClr val="155296"/>
    <a:srgbClr val="E8CE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BD0967-BFDC-4BA5-A16E-DAA5BB5DB28A}" v="4" dt="2024-11-03T11:38:55.2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051" autoAdjust="0"/>
    <p:restoredTop sz="95118"/>
  </p:normalViewPr>
  <p:slideViewPr>
    <p:cSldViewPr snapToGrid="0">
      <p:cViewPr>
        <p:scale>
          <a:sx n="65" d="100"/>
          <a:sy n="65" d="100"/>
        </p:scale>
        <p:origin x="946"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yad G. Al-Mekhlafi" userId="5a5864c6-55a1-4ece-ad52-19761687c6ff" providerId="ADAL" clId="{A3BD0967-BFDC-4BA5-A16E-DAA5BB5DB28A}"/>
    <pc:docChg chg="modSld">
      <pc:chgData name="Zeyad G. Al-Mekhlafi" userId="5a5864c6-55a1-4ece-ad52-19761687c6ff" providerId="ADAL" clId="{A3BD0967-BFDC-4BA5-A16E-DAA5BB5DB28A}" dt="2024-11-03T11:38:55.276" v="157"/>
      <pc:docMkLst>
        <pc:docMk/>
      </pc:docMkLst>
      <pc:sldChg chg="addSp modSp mod">
        <pc:chgData name="Zeyad G. Al-Mekhlafi" userId="5a5864c6-55a1-4ece-ad52-19761687c6ff" providerId="ADAL" clId="{A3BD0967-BFDC-4BA5-A16E-DAA5BB5DB28A}" dt="2024-11-03T11:38:37.511" v="154" actId="14100"/>
        <pc:sldMkLst>
          <pc:docMk/>
          <pc:sldMk cId="2204892141" sldId="256"/>
        </pc:sldMkLst>
        <pc:picChg chg="add mod">
          <ac:chgData name="Zeyad G. Al-Mekhlafi" userId="5a5864c6-55a1-4ece-ad52-19761687c6ff" providerId="ADAL" clId="{A3BD0967-BFDC-4BA5-A16E-DAA5BB5DB28A}" dt="2024-11-03T11:38:37.511" v="154" actId="14100"/>
          <ac:picMkLst>
            <pc:docMk/>
            <pc:sldMk cId="2204892141" sldId="256"/>
            <ac:picMk id="2" creationId="{3898A11D-78B7-D94A-E5A0-B4DD3DF0704C}"/>
          </ac:picMkLst>
        </pc:picChg>
      </pc:sldChg>
      <pc:sldChg chg="addSp modSp">
        <pc:chgData name="Zeyad G. Al-Mekhlafi" userId="5a5864c6-55a1-4ece-ad52-19761687c6ff" providerId="ADAL" clId="{A3BD0967-BFDC-4BA5-A16E-DAA5BB5DB28A}" dt="2024-11-03T11:38:43.998" v="155"/>
        <pc:sldMkLst>
          <pc:docMk/>
          <pc:sldMk cId="3888668644" sldId="257"/>
        </pc:sldMkLst>
        <pc:picChg chg="add mod">
          <ac:chgData name="Zeyad G. Al-Mekhlafi" userId="5a5864c6-55a1-4ece-ad52-19761687c6ff" providerId="ADAL" clId="{A3BD0967-BFDC-4BA5-A16E-DAA5BB5DB28A}" dt="2024-11-03T11:38:43.998" v="155"/>
          <ac:picMkLst>
            <pc:docMk/>
            <pc:sldMk cId="3888668644" sldId="257"/>
            <ac:picMk id="2" creationId="{08C5D099-4E70-A136-BB5F-D5471E89ADE4}"/>
          </ac:picMkLst>
        </pc:picChg>
      </pc:sldChg>
      <pc:sldChg chg="addSp modSp">
        <pc:chgData name="Zeyad G. Al-Mekhlafi" userId="5a5864c6-55a1-4ece-ad52-19761687c6ff" providerId="ADAL" clId="{A3BD0967-BFDC-4BA5-A16E-DAA5BB5DB28A}" dt="2024-11-03T11:38:52.318" v="156"/>
        <pc:sldMkLst>
          <pc:docMk/>
          <pc:sldMk cId="3258598949" sldId="258"/>
        </pc:sldMkLst>
        <pc:picChg chg="add mod">
          <ac:chgData name="Zeyad G. Al-Mekhlafi" userId="5a5864c6-55a1-4ece-ad52-19761687c6ff" providerId="ADAL" clId="{A3BD0967-BFDC-4BA5-A16E-DAA5BB5DB28A}" dt="2024-11-03T11:38:52.318" v="156"/>
          <ac:picMkLst>
            <pc:docMk/>
            <pc:sldMk cId="3258598949" sldId="258"/>
            <ac:picMk id="2" creationId="{DAE9898C-33F0-B112-740D-FBE7B5D04541}"/>
          </ac:picMkLst>
        </pc:picChg>
      </pc:sldChg>
      <pc:sldChg chg="addSp modSp">
        <pc:chgData name="Zeyad G. Al-Mekhlafi" userId="5a5864c6-55a1-4ece-ad52-19761687c6ff" providerId="ADAL" clId="{A3BD0967-BFDC-4BA5-A16E-DAA5BB5DB28A}" dt="2024-11-03T11:38:55.276" v="157"/>
        <pc:sldMkLst>
          <pc:docMk/>
          <pc:sldMk cId="4255924812" sldId="259"/>
        </pc:sldMkLst>
        <pc:picChg chg="add mod">
          <ac:chgData name="Zeyad G. Al-Mekhlafi" userId="5a5864c6-55a1-4ece-ad52-19761687c6ff" providerId="ADAL" clId="{A3BD0967-BFDC-4BA5-A16E-DAA5BB5DB28A}" dt="2024-11-03T11:38:55.276" v="157"/>
          <ac:picMkLst>
            <pc:docMk/>
            <pc:sldMk cId="4255924812" sldId="259"/>
            <ac:picMk id="2" creationId="{B2094742-FBE1-5E20-9457-58E62C135D5E}"/>
          </ac:picMkLst>
        </pc:picChg>
      </pc:sldChg>
    </pc:docChg>
  </pc:docChgLst>
  <pc:docChgLst>
    <pc:chgData name="Zeyad G. Al-Mekhlafi" userId="5a5864c6-55a1-4ece-ad52-19761687c6ff" providerId="ADAL" clId="{5EB5BD91-5075-445C-A7C3-E011D324B781}"/>
    <pc:docChg chg="custSel modSld modMainMaster">
      <pc:chgData name="Zeyad G. Al-Mekhlafi" userId="5a5864c6-55a1-4ece-ad52-19761687c6ff" providerId="ADAL" clId="{5EB5BD91-5075-445C-A7C3-E011D324B781}" dt="2024-05-27T13:12:16.364" v="89" actId="478"/>
      <pc:docMkLst>
        <pc:docMk/>
      </pc:docMkLst>
      <pc:sldChg chg="addSp delSp modSp mod setBg">
        <pc:chgData name="Zeyad G. Al-Mekhlafi" userId="5a5864c6-55a1-4ece-ad52-19761687c6ff" providerId="ADAL" clId="{5EB5BD91-5075-445C-A7C3-E011D324B781}" dt="2024-05-27T13:11:51.976" v="85"/>
        <pc:sldMkLst>
          <pc:docMk/>
          <pc:sldMk cId="2204892141" sldId="256"/>
        </pc:sldMkLst>
        <pc:spChg chg="mod">
          <ac:chgData name="Zeyad G. Al-Mekhlafi" userId="5a5864c6-55a1-4ece-ad52-19761687c6ff" providerId="ADAL" clId="{5EB5BD91-5075-445C-A7C3-E011D324B781}" dt="2024-05-15T13:44:11.471" v="81" actId="1038"/>
          <ac:spMkLst>
            <pc:docMk/>
            <pc:sldMk cId="2204892141" sldId="256"/>
            <ac:spMk id="7" creationId="{7405BF41-FF03-DAD9-12AC-9A2CC946CF3B}"/>
          </ac:spMkLst>
        </pc:spChg>
        <pc:picChg chg="add del mod">
          <ac:chgData name="Zeyad G. Al-Mekhlafi" userId="5a5864c6-55a1-4ece-ad52-19761687c6ff" providerId="ADAL" clId="{5EB5BD91-5075-445C-A7C3-E011D324B781}" dt="2024-05-15T13:39:42.128" v="4" actId="478"/>
          <ac:picMkLst>
            <pc:docMk/>
            <pc:sldMk cId="2204892141" sldId="256"/>
            <ac:picMk id="2" creationId="{826EC89D-25CC-8AF3-58EB-75AF1E2D14CB}"/>
          </ac:picMkLst>
        </pc:picChg>
        <pc:picChg chg="add del mod">
          <ac:chgData name="Zeyad G. Al-Mekhlafi" userId="5a5864c6-55a1-4ece-ad52-19761687c6ff" providerId="ADAL" clId="{5EB5BD91-5075-445C-A7C3-E011D324B781}" dt="2024-05-15T13:42:38.569" v="11" actId="478"/>
          <ac:picMkLst>
            <pc:docMk/>
            <pc:sldMk cId="2204892141" sldId="256"/>
            <ac:picMk id="1026" creationId="{2DA216B9-E723-CDAD-D64D-4B2D1552DED0}"/>
          </ac:picMkLst>
        </pc:picChg>
        <pc:picChg chg="add del mod">
          <ac:chgData name="Zeyad G. Al-Mekhlafi" userId="5a5864c6-55a1-4ece-ad52-19761687c6ff" providerId="ADAL" clId="{5EB5BD91-5075-445C-A7C3-E011D324B781}" dt="2024-05-27T13:11:20.274" v="82" actId="478"/>
          <ac:picMkLst>
            <pc:docMk/>
            <pc:sldMk cId="2204892141" sldId="256"/>
            <ac:picMk id="1028" creationId="{934E9338-C563-EC00-C17A-29C209E99709}"/>
          </ac:picMkLst>
        </pc:picChg>
      </pc:sldChg>
      <pc:sldChg chg="addSp delSp modSp mod">
        <pc:chgData name="Zeyad G. Al-Mekhlafi" userId="5a5864c6-55a1-4ece-ad52-19761687c6ff" providerId="ADAL" clId="{5EB5BD91-5075-445C-A7C3-E011D324B781}" dt="2024-05-27T13:12:06.370" v="86" actId="478"/>
        <pc:sldMkLst>
          <pc:docMk/>
          <pc:sldMk cId="3888668644" sldId="257"/>
        </pc:sldMkLst>
        <pc:spChg chg="mod">
          <ac:chgData name="Zeyad G. Al-Mekhlafi" userId="5a5864c6-55a1-4ece-ad52-19761687c6ff" providerId="ADAL" clId="{5EB5BD91-5075-445C-A7C3-E011D324B781}" dt="2024-05-15T13:44:02.508" v="67" actId="1038"/>
          <ac:spMkLst>
            <pc:docMk/>
            <pc:sldMk cId="3888668644" sldId="257"/>
            <ac:spMk id="6" creationId="{EB19CE30-7A67-6EBE-DDB7-9797C70B1F3E}"/>
          </ac:spMkLst>
        </pc:spChg>
        <pc:picChg chg="add del mod">
          <ac:chgData name="Zeyad G. Al-Mekhlafi" userId="5a5864c6-55a1-4ece-ad52-19761687c6ff" providerId="ADAL" clId="{5EB5BD91-5075-445C-A7C3-E011D324B781}" dt="2024-05-27T13:12:06.370" v="86" actId="478"/>
          <ac:picMkLst>
            <pc:docMk/>
            <pc:sldMk cId="3888668644" sldId="257"/>
            <ac:picMk id="2" creationId="{C929DFF4-2071-0C0D-1E3B-179A10641AC8}"/>
          </ac:picMkLst>
        </pc:picChg>
      </pc:sldChg>
      <pc:sldChg chg="addSp delSp modSp mod">
        <pc:chgData name="Zeyad G. Al-Mekhlafi" userId="5a5864c6-55a1-4ece-ad52-19761687c6ff" providerId="ADAL" clId="{5EB5BD91-5075-445C-A7C3-E011D324B781}" dt="2024-05-27T13:12:09.303" v="87" actId="478"/>
        <pc:sldMkLst>
          <pc:docMk/>
          <pc:sldMk cId="3258598949" sldId="258"/>
        </pc:sldMkLst>
        <pc:spChg chg="mod">
          <ac:chgData name="Zeyad G. Al-Mekhlafi" userId="5a5864c6-55a1-4ece-ad52-19761687c6ff" providerId="ADAL" clId="{5EB5BD91-5075-445C-A7C3-E011D324B781}" dt="2024-05-15T13:43:53.833" v="55" actId="1038"/>
          <ac:spMkLst>
            <pc:docMk/>
            <pc:sldMk cId="3258598949" sldId="258"/>
            <ac:spMk id="6" creationId="{EB19CE30-7A67-6EBE-DDB7-9797C70B1F3E}"/>
          </ac:spMkLst>
        </pc:spChg>
        <pc:picChg chg="add del mod">
          <ac:chgData name="Zeyad G. Al-Mekhlafi" userId="5a5864c6-55a1-4ece-ad52-19761687c6ff" providerId="ADAL" clId="{5EB5BD91-5075-445C-A7C3-E011D324B781}" dt="2024-05-27T13:12:09.303" v="87" actId="478"/>
          <ac:picMkLst>
            <pc:docMk/>
            <pc:sldMk cId="3258598949" sldId="258"/>
            <ac:picMk id="2" creationId="{DE21E9CB-8C01-9731-F7C0-13F488926F88}"/>
          </ac:picMkLst>
        </pc:picChg>
      </pc:sldChg>
      <pc:sldChg chg="addSp delSp modSp mod">
        <pc:chgData name="Zeyad G. Al-Mekhlafi" userId="5a5864c6-55a1-4ece-ad52-19761687c6ff" providerId="ADAL" clId="{5EB5BD91-5075-445C-A7C3-E011D324B781}" dt="2024-05-27T13:12:13.524" v="88" actId="478"/>
        <pc:sldMkLst>
          <pc:docMk/>
          <pc:sldMk cId="4255924812" sldId="259"/>
        </pc:sldMkLst>
        <pc:spChg chg="mod">
          <ac:chgData name="Zeyad G. Al-Mekhlafi" userId="5a5864c6-55a1-4ece-ad52-19761687c6ff" providerId="ADAL" clId="{5EB5BD91-5075-445C-A7C3-E011D324B781}" dt="2024-05-15T13:43:45.639" v="43" actId="1038"/>
          <ac:spMkLst>
            <pc:docMk/>
            <pc:sldMk cId="4255924812" sldId="259"/>
            <ac:spMk id="6" creationId="{EB19CE30-7A67-6EBE-DDB7-9797C70B1F3E}"/>
          </ac:spMkLst>
        </pc:spChg>
        <pc:picChg chg="add del mod">
          <ac:chgData name="Zeyad G. Al-Mekhlafi" userId="5a5864c6-55a1-4ece-ad52-19761687c6ff" providerId="ADAL" clId="{5EB5BD91-5075-445C-A7C3-E011D324B781}" dt="2024-05-27T13:12:13.524" v="88" actId="478"/>
          <ac:picMkLst>
            <pc:docMk/>
            <pc:sldMk cId="4255924812" sldId="259"/>
            <ac:picMk id="2" creationId="{B238B951-4AE4-1B1B-62D6-174669D20F37}"/>
          </ac:picMkLst>
        </pc:picChg>
      </pc:sldChg>
      <pc:sldChg chg="addSp delSp modSp mod">
        <pc:chgData name="Zeyad G. Al-Mekhlafi" userId="5a5864c6-55a1-4ece-ad52-19761687c6ff" providerId="ADAL" clId="{5EB5BD91-5075-445C-A7C3-E011D324B781}" dt="2024-05-27T13:12:16.364" v="89" actId="478"/>
        <pc:sldMkLst>
          <pc:docMk/>
          <pc:sldMk cId="567858054" sldId="262"/>
        </pc:sldMkLst>
        <pc:spChg chg="mod">
          <ac:chgData name="Zeyad G. Al-Mekhlafi" userId="5a5864c6-55a1-4ece-ad52-19761687c6ff" providerId="ADAL" clId="{5EB5BD91-5075-445C-A7C3-E011D324B781}" dt="2024-05-15T13:43:31.969" v="31" actId="1038"/>
          <ac:spMkLst>
            <pc:docMk/>
            <pc:sldMk cId="567858054" sldId="262"/>
            <ac:spMk id="6" creationId="{EB19CE30-7A67-6EBE-DDB7-9797C70B1F3E}"/>
          </ac:spMkLst>
        </pc:spChg>
        <pc:picChg chg="add del mod">
          <ac:chgData name="Zeyad G. Al-Mekhlafi" userId="5a5864c6-55a1-4ece-ad52-19761687c6ff" providerId="ADAL" clId="{5EB5BD91-5075-445C-A7C3-E011D324B781}" dt="2024-05-27T13:12:16.364" v="89" actId="478"/>
          <ac:picMkLst>
            <pc:docMk/>
            <pc:sldMk cId="567858054" sldId="262"/>
            <ac:picMk id="2" creationId="{1C59C3A6-DFEA-CC28-CE0E-BB7ECB074318}"/>
          </ac:picMkLst>
        </pc:picChg>
      </pc:sldChg>
      <pc:sldMasterChg chg="setBg modSldLayout">
        <pc:chgData name="Zeyad G. Al-Mekhlafi" userId="5a5864c6-55a1-4ece-ad52-19761687c6ff" providerId="ADAL" clId="{5EB5BD91-5075-445C-A7C3-E011D324B781}" dt="2024-05-27T13:11:51.976" v="85"/>
        <pc:sldMasterMkLst>
          <pc:docMk/>
          <pc:sldMasterMk cId="3643543648" sldId="2147483648"/>
        </pc:sldMasterMkLst>
        <pc:sldLayoutChg chg="setBg">
          <pc:chgData name="Zeyad G. Al-Mekhlafi" userId="5a5864c6-55a1-4ece-ad52-19761687c6ff" providerId="ADAL" clId="{5EB5BD91-5075-445C-A7C3-E011D324B781}" dt="2024-05-27T13:11:51.976" v="85"/>
          <pc:sldLayoutMkLst>
            <pc:docMk/>
            <pc:sldMasterMk cId="3643543648" sldId="2147483648"/>
            <pc:sldLayoutMk cId="1711786111" sldId="2147483649"/>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625753635" sldId="2147483650"/>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3262312480" sldId="2147483651"/>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3490510531" sldId="2147483652"/>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4281615545" sldId="2147483653"/>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359256963" sldId="2147483654"/>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423340209" sldId="2147483655"/>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2436555089" sldId="2147483656"/>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990108428" sldId="2147483657"/>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3233198273" sldId="2147483658"/>
          </pc:sldLayoutMkLst>
        </pc:sldLayoutChg>
        <pc:sldLayoutChg chg="setBg">
          <pc:chgData name="Zeyad G. Al-Mekhlafi" userId="5a5864c6-55a1-4ece-ad52-19761687c6ff" providerId="ADAL" clId="{5EB5BD91-5075-445C-A7C3-E011D324B781}" dt="2024-05-27T13:11:51.976" v="85"/>
          <pc:sldLayoutMkLst>
            <pc:docMk/>
            <pc:sldMasterMk cId="3643543648" sldId="2147483648"/>
            <pc:sldLayoutMk cId="826711502"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DFF5-C48F-D2CD-E44E-D79E761CAE8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12748BA-3372-AEB2-F5EB-15AB13456D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80689BC-900F-5ECA-1C26-2BBFB1C34A6C}"/>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1D944036-FC02-5A29-B438-6A337422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3F6BC-0F87-C62E-5332-D0A2CCB71E29}"/>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1711786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8EB5-2CED-1205-4256-008CFBC97EB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BDC894-A0F2-CE60-7419-9303C5B0266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2B0F70-80BA-6CE4-368A-B54EBB961F58}"/>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C56DF677-47CC-46DA-E1CD-40E4C7937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C6B5C-9B43-75F1-B3F3-3552E55F1710}"/>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6257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A6DA-77E0-0ECD-762B-C0664FD934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DCBC593-AAC6-3E33-3927-8F0FF02549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9FEDCBB-6E8F-2F3D-1F5B-8BDCDDA7773B}"/>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75424AA6-442E-53DA-D406-0371B6B0F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3BD51-9E91-DA60-277F-B3BF0DFCC4F3}"/>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326231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D582F-308A-130C-591A-5462D7BB72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527224F-1FE3-73E4-BB88-FDE468FE87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D7F9224-F91E-C9F9-8097-E9E323DA254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FA01B6E-2173-E51C-C142-DEC434720B7F}"/>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6" name="Footer Placeholder 5">
            <a:extLst>
              <a:ext uri="{FF2B5EF4-FFF2-40B4-BE49-F238E27FC236}">
                <a16:creationId xmlns:a16="http://schemas.microsoft.com/office/drawing/2014/main" id="{47C66C6E-ECAB-98E8-D3BC-F535D27274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FC3787-0DF1-14CB-618F-9276A451491A}"/>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3490510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E74C6-8B98-DB2C-9077-78AB0E518BF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5A479AA-07C4-5E03-9921-7620D42286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1CE80F2-2AA7-813C-D8FD-3DC80BE2D16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F72467A-5C56-CCDC-EFD4-885488C355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046D184-1282-6C3B-494C-2DF274ECC41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9AB4F23-54AC-B2DF-3905-D65B91BCD70D}"/>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8" name="Footer Placeholder 7">
            <a:extLst>
              <a:ext uri="{FF2B5EF4-FFF2-40B4-BE49-F238E27FC236}">
                <a16:creationId xmlns:a16="http://schemas.microsoft.com/office/drawing/2014/main" id="{1A985E89-BA28-6455-B61B-3EFEE474A4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74EC70-9FB5-4919-D31E-5A7B30B482D0}"/>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4281615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2238-5754-9059-BCBE-0B710C14F75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FA5E991-8028-3401-9DD4-9385EBD5867E}"/>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4" name="Footer Placeholder 3">
            <a:extLst>
              <a:ext uri="{FF2B5EF4-FFF2-40B4-BE49-F238E27FC236}">
                <a16:creationId xmlns:a16="http://schemas.microsoft.com/office/drawing/2014/main" id="{61F05BF0-2D26-5483-A058-DA31F382F9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37504B-724D-2872-7FFB-FD43F65BAFA6}"/>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359256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0B5A1-9BB9-C89E-1CC3-6CF886B2D975}"/>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3" name="Footer Placeholder 2">
            <a:extLst>
              <a:ext uri="{FF2B5EF4-FFF2-40B4-BE49-F238E27FC236}">
                <a16:creationId xmlns:a16="http://schemas.microsoft.com/office/drawing/2014/main" id="{C071D2CB-5908-346E-BDA0-30D1A62718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239458-589B-95C4-E0DD-A42EA1EB5BAA}"/>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42334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C6E82-FD00-62F1-C41C-C3283F2E854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1A7E237-9112-F4F3-48AD-17887E6F8C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6B5FBA4-D5B8-00AC-4B86-D8843B793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1505CE5-8431-B594-13AA-88C0AE5B0C42}"/>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6" name="Footer Placeholder 5">
            <a:extLst>
              <a:ext uri="{FF2B5EF4-FFF2-40B4-BE49-F238E27FC236}">
                <a16:creationId xmlns:a16="http://schemas.microsoft.com/office/drawing/2014/main" id="{D5505E81-3803-1B51-C282-5FAD0451DC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E3745C-7371-30CD-AFD2-2AA325122C0D}"/>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2436555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E590-4178-BB2C-BF0F-818A044EA7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49A29D4-658E-161A-98E4-FD70CAD95D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709EAE-7530-4AB6-985E-A4C176C24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A75EEE-C7DA-C176-3CFB-7D340526D5C7}"/>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6" name="Footer Placeholder 5">
            <a:extLst>
              <a:ext uri="{FF2B5EF4-FFF2-40B4-BE49-F238E27FC236}">
                <a16:creationId xmlns:a16="http://schemas.microsoft.com/office/drawing/2014/main" id="{0F2174DB-BB3C-7014-241A-FE8397EE83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C50FFA-E928-5C34-8D04-E1DCAB6EC73C}"/>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99010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6F3B-9063-DB44-8D2F-6E8614EE52B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10B906A-A7E2-C36A-2359-089F5654FD5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D0F248-25D2-694A-3AD5-099E0CAF5656}"/>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5C259A09-D3B1-8AE9-2C8D-74F9C69EA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BD681-A472-B73B-34A1-568BF4E79E5A}"/>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3233198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58133D-3AD1-5357-E838-E238F37C1B8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EB4612-F530-0980-BF37-CCC17B5B70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BDBD32-A899-078A-C4A7-2B334EC12F6B}"/>
              </a:ext>
            </a:extLst>
          </p:cNvPr>
          <p:cNvSpPr>
            <a:spLocks noGrp="1"/>
          </p:cNvSpPr>
          <p:nvPr>
            <p:ph type="dt" sz="half" idx="10"/>
          </p:nvPr>
        </p:nvSpPr>
        <p:spPr/>
        <p:txBody>
          <a:body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78E8DA51-95CE-DC76-ED96-BE8E90093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C7CAC-9050-E6BA-26BA-6B1FC23E2723}"/>
              </a:ext>
            </a:extLst>
          </p:cNvPr>
          <p:cNvSpPr>
            <a:spLocks noGrp="1"/>
          </p:cNvSpPr>
          <p:nvPr>
            <p:ph type="sldNum" sz="quarter" idx="12"/>
          </p:nvPr>
        </p:nvSpPr>
        <p:spPr/>
        <p:txBody>
          <a:bodyPr/>
          <a:lstStyle/>
          <a:p>
            <a:fld id="{EA4612E8-6B94-6A4B-B13F-A7FAB774C685}" type="slidenum">
              <a:rPr lang="en-US" smtClean="0"/>
              <a:t>‹#›</a:t>
            </a:fld>
            <a:endParaRPr lang="en-US"/>
          </a:p>
        </p:txBody>
      </p:sp>
    </p:spTree>
    <p:extLst>
      <p:ext uri="{BB962C8B-B14F-4D97-AF65-F5344CB8AC3E}">
        <p14:creationId xmlns:p14="http://schemas.microsoft.com/office/powerpoint/2010/main" val="82671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69EA3A-6E8C-9D28-F6DB-C0F418878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C0E649D-6D80-8E18-7BC7-5114052E17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129CB12-CEA6-548B-87A1-35CE7B019A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99167E-D8B8-AD48-992C-7F4971E47433}" type="datetimeFigureOut">
              <a:rPr lang="en-US" smtClean="0"/>
              <a:t>6/19/2026</a:t>
            </a:fld>
            <a:endParaRPr lang="en-US"/>
          </a:p>
        </p:txBody>
      </p:sp>
      <p:sp>
        <p:nvSpPr>
          <p:cNvPr id="5" name="Footer Placeholder 4">
            <a:extLst>
              <a:ext uri="{FF2B5EF4-FFF2-40B4-BE49-F238E27FC236}">
                <a16:creationId xmlns:a16="http://schemas.microsoft.com/office/drawing/2014/main" id="{8D2105DC-2EDD-A8B7-F2D7-FDFCD6F137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B89C41-CE04-B162-9E24-8A693A4A81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4612E8-6B94-6A4B-B13F-A7FAB774C685}" type="slidenum">
              <a:rPr lang="en-US" smtClean="0"/>
              <a:t>‹#›</a:t>
            </a:fld>
            <a:endParaRPr lang="en-US"/>
          </a:p>
        </p:txBody>
      </p:sp>
    </p:spTree>
    <p:extLst>
      <p:ext uri="{BB962C8B-B14F-4D97-AF65-F5344CB8AC3E}">
        <p14:creationId xmlns:p14="http://schemas.microsoft.com/office/powerpoint/2010/main" val="3643543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70CAAE46-7182-E838-0804-337FAEC2D203}"/>
              </a:ext>
            </a:extLst>
          </p:cNvPr>
          <p:cNvSpPr/>
          <p:nvPr/>
        </p:nvSpPr>
        <p:spPr>
          <a:xfrm flipV="1">
            <a:off x="2775549" y="-4"/>
            <a:ext cx="6640902" cy="931653"/>
          </a:xfrm>
          <a:prstGeom prst="round2SameRect">
            <a:avLst>
              <a:gd name="adj1" fmla="val 42157"/>
              <a:gd name="adj2" fmla="val 0"/>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lstStyle/>
          <a:p>
            <a:pPr marL="0" algn="ctr" defTabSz="457200" rtl="0" eaLnBrk="1" latinLnBrk="0" hangingPunct="1"/>
            <a:endParaRPr lang="en-US" dirty="0"/>
          </a:p>
        </p:txBody>
      </p:sp>
      <p:sp>
        <p:nvSpPr>
          <p:cNvPr id="5" name="Round Same-side Corner of Rectangle 4">
            <a:extLst>
              <a:ext uri="{FF2B5EF4-FFF2-40B4-BE49-F238E27FC236}">
                <a16:creationId xmlns:a16="http://schemas.microsoft.com/office/drawing/2014/main" id="{ADA3EE1A-427D-D2B5-E66C-CAA30C7EB8A2}"/>
              </a:ext>
            </a:extLst>
          </p:cNvPr>
          <p:cNvSpPr/>
          <p:nvPr/>
        </p:nvSpPr>
        <p:spPr>
          <a:xfrm rot="16200000" flipH="1">
            <a:off x="3588211" y="2510929"/>
            <a:ext cx="655607" cy="3070250"/>
          </a:xfrm>
          <a:prstGeom prst="round2SameRect">
            <a:avLst>
              <a:gd name="adj1" fmla="val 32456"/>
              <a:gd name="adj2" fmla="val 0"/>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algn="ctr" defTabSz="457200" rtl="1" eaLnBrk="1" latinLnBrk="0" hangingPunct="1"/>
            <a:r>
              <a:rPr lang="en-US" sz="2400" b="1" dirty="0"/>
              <a:t>Student Name</a:t>
            </a:r>
          </a:p>
        </p:txBody>
      </p:sp>
      <p:sp>
        <p:nvSpPr>
          <p:cNvPr id="6" name="TextBox 5">
            <a:extLst>
              <a:ext uri="{FF2B5EF4-FFF2-40B4-BE49-F238E27FC236}">
                <a16:creationId xmlns:a16="http://schemas.microsoft.com/office/drawing/2014/main" id="{61208A89-17B3-6E09-5DB8-60F12C3E9B3E}"/>
              </a:ext>
            </a:extLst>
          </p:cNvPr>
          <p:cNvSpPr txBox="1"/>
          <p:nvPr/>
        </p:nvSpPr>
        <p:spPr>
          <a:xfrm>
            <a:off x="2947358" y="189780"/>
            <a:ext cx="6297283" cy="584775"/>
          </a:xfrm>
          <a:prstGeom prst="rect">
            <a:avLst/>
          </a:prstGeom>
          <a:noFill/>
        </p:spPr>
        <p:txBody>
          <a:bodyPr wrap="square" rtlCol="0">
            <a:spAutoFit/>
          </a:bodyPr>
          <a:lstStyle/>
          <a:p>
            <a:pPr marL="0" algn="l" defTabSz="457200" rtl="1" eaLnBrk="1" latinLnBrk="0" hangingPunct="1"/>
            <a:r>
              <a:rPr sz="2000" b="1"/>
              <a:t>COOP OPEN DAY PRESENTATION</a:t>
            </a:r>
          </a:p>
        </p:txBody>
      </p:sp>
      <p:sp>
        <p:nvSpPr>
          <p:cNvPr id="8" name="TextBox 7">
            <a:extLst>
              <a:ext uri="{FF2B5EF4-FFF2-40B4-BE49-F238E27FC236}">
                <a16:creationId xmlns:a16="http://schemas.microsoft.com/office/drawing/2014/main" id="{9A2413FD-69A6-2105-3051-40D2B12A90C5}"/>
              </a:ext>
            </a:extLst>
          </p:cNvPr>
          <p:cNvSpPr txBox="1"/>
          <p:nvPr/>
        </p:nvSpPr>
        <p:spPr>
          <a:xfrm>
            <a:off x="5641676" y="3753665"/>
            <a:ext cx="4399470" cy="584775"/>
          </a:xfrm>
          <a:prstGeom prst="rect">
            <a:avLst/>
          </a:prstGeom>
          <a:noFill/>
        </p:spPr>
        <p:txBody>
          <a:bodyPr wrap="square" rtlCol="0">
            <a:spAutoFit/>
          </a:bodyPr>
          <a:lstStyle/>
          <a:p>
            <a:pPr algn="l"/>
            <a:r>
              <a:rPr sz="2200" b="1"/>
              <a:t>Rahaf Bader Alzabni</a:t>
            </a:r>
          </a:p>
        </p:txBody>
      </p:sp>
      <p:sp>
        <p:nvSpPr>
          <p:cNvPr id="9" name="TextBox 8">
            <a:extLst>
              <a:ext uri="{FF2B5EF4-FFF2-40B4-BE49-F238E27FC236}">
                <a16:creationId xmlns:a16="http://schemas.microsoft.com/office/drawing/2014/main" id="{CA103DE8-C15E-71F6-2800-6FEA6A800EB7}"/>
              </a:ext>
            </a:extLst>
          </p:cNvPr>
          <p:cNvSpPr txBox="1"/>
          <p:nvPr/>
        </p:nvSpPr>
        <p:spPr>
          <a:xfrm>
            <a:off x="1722408" y="2311879"/>
            <a:ext cx="8747185" cy="646331"/>
          </a:xfrm>
          <a:prstGeom prst="rect">
            <a:avLst/>
          </a:prstGeom>
          <a:noFill/>
        </p:spPr>
        <p:txBody>
          <a:bodyPr wrap="square" rtlCol="0">
            <a:spAutoFit/>
          </a:bodyPr>
          <a:lstStyle/>
          <a:p>
            <a:pPr marL="0" algn="l" defTabSz="457200" rtl="0" eaLnBrk="1" latinLnBrk="0" hangingPunct="1"/>
            <a:r>
              <a:rPr sz="1800" b="1" dirty="0"/>
              <a:t>Jadah Hail Digital: Smart Tourism Guide</a:t>
            </a:r>
            <a:br>
              <a:rPr dirty="0"/>
            </a:br>
            <a:r>
              <a:rPr sz="1800" b="1" dirty="0"/>
              <a:t>Integrated with </a:t>
            </a:r>
            <a:r>
              <a:rPr sz="1800" b="1" dirty="0" err="1"/>
              <a:t>Tawakkalna</a:t>
            </a:r>
            <a:r>
              <a:rPr sz="1800" b="1" dirty="0"/>
              <a:t> Municipality Services</a:t>
            </a:r>
          </a:p>
        </p:txBody>
      </p:sp>
      <p:sp>
        <p:nvSpPr>
          <p:cNvPr id="10" name="Round Same-side Corner of Rectangle 9">
            <a:extLst>
              <a:ext uri="{FF2B5EF4-FFF2-40B4-BE49-F238E27FC236}">
                <a16:creationId xmlns:a16="http://schemas.microsoft.com/office/drawing/2014/main" id="{F304098F-BC41-3512-7E82-B4041848D157}"/>
              </a:ext>
            </a:extLst>
          </p:cNvPr>
          <p:cNvSpPr/>
          <p:nvPr/>
        </p:nvSpPr>
        <p:spPr>
          <a:xfrm rot="16200000" flipH="1">
            <a:off x="3588210" y="3256396"/>
            <a:ext cx="655607" cy="3070251"/>
          </a:xfrm>
          <a:prstGeom prst="round2SameRect">
            <a:avLst>
              <a:gd name="adj1" fmla="val 32456"/>
              <a:gd name="adj2" fmla="val 0"/>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algn="ctr" defTabSz="457200" rtl="1" eaLnBrk="1" latinLnBrk="0" hangingPunct="1"/>
            <a:r>
              <a:rPr lang="en-US" sz="2400" b="1" dirty="0"/>
              <a:t>Student ID</a:t>
            </a:r>
          </a:p>
        </p:txBody>
      </p:sp>
      <p:sp>
        <p:nvSpPr>
          <p:cNvPr id="11" name="TextBox 10">
            <a:extLst>
              <a:ext uri="{FF2B5EF4-FFF2-40B4-BE49-F238E27FC236}">
                <a16:creationId xmlns:a16="http://schemas.microsoft.com/office/drawing/2014/main" id="{5C969FFE-D77D-C06D-9AA9-19AD5B5FBE47}"/>
              </a:ext>
            </a:extLst>
          </p:cNvPr>
          <p:cNvSpPr txBox="1"/>
          <p:nvPr/>
        </p:nvSpPr>
        <p:spPr>
          <a:xfrm>
            <a:off x="5641675" y="4499133"/>
            <a:ext cx="4399470" cy="584775"/>
          </a:xfrm>
          <a:prstGeom prst="rect">
            <a:avLst/>
          </a:prstGeom>
          <a:noFill/>
        </p:spPr>
        <p:txBody>
          <a:bodyPr wrap="square" rtlCol="0">
            <a:spAutoFit/>
          </a:bodyPr>
          <a:lstStyle/>
          <a:p>
            <a:pPr algn="l"/>
            <a:r>
              <a:rPr sz="1800" b="0"/>
              <a:t>s202005878</a:t>
            </a:r>
          </a:p>
        </p:txBody>
      </p:sp>
      <p:sp>
        <p:nvSpPr>
          <p:cNvPr id="12" name="Round Same-side Corner of Rectangle 11">
            <a:extLst>
              <a:ext uri="{FF2B5EF4-FFF2-40B4-BE49-F238E27FC236}">
                <a16:creationId xmlns:a16="http://schemas.microsoft.com/office/drawing/2014/main" id="{19E8706B-78EE-B248-9C67-143E3A8114FC}"/>
              </a:ext>
            </a:extLst>
          </p:cNvPr>
          <p:cNvSpPr/>
          <p:nvPr/>
        </p:nvSpPr>
        <p:spPr>
          <a:xfrm rot="16200000" flipH="1">
            <a:off x="3622716" y="4087268"/>
            <a:ext cx="655607" cy="3070251"/>
          </a:xfrm>
          <a:prstGeom prst="round2SameRect">
            <a:avLst>
              <a:gd name="adj1" fmla="val 32456"/>
              <a:gd name="adj2" fmla="val 0"/>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algn="ctr" defTabSz="457200" rtl="0" eaLnBrk="1" latinLnBrk="0" hangingPunct="1"/>
            <a:r>
              <a:rPr lang="en-US" sz="2400" b="1" dirty="0"/>
              <a:t>Academic  Supervisor</a:t>
            </a:r>
          </a:p>
        </p:txBody>
      </p:sp>
      <p:sp>
        <p:nvSpPr>
          <p:cNvPr id="13" name="TextBox 12">
            <a:extLst>
              <a:ext uri="{FF2B5EF4-FFF2-40B4-BE49-F238E27FC236}">
                <a16:creationId xmlns:a16="http://schemas.microsoft.com/office/drawing/2014/main" id="{F4E2C3BF-7D72-EB3E-4EA5-B22B4A988EDA}"/>
              </a:ext>
            </a:extLst>
          </p:cNvPr>
          <p:cNvSpPr txBox="1"/>
          <p:nvPr/>
        </p:nvSpPr>
        <p:spPr>
          <a:xfrm>
            <a:off x="5676181" y="5330005"/>
            <a:ext cx="4399470" cy="584775"/>
          </a:xfrm>
          <a:prstGeom prst="rect">
            <a:avLst/>
          </a:prstGeom>
          <a:noFill/>
        </p:spPr>
        <p:txBody>
          <a:bodyPr wrap="square" rtlCol="0">
            <a:spAutoFit/>
          </a:bodyPr>
          <a:lstStyle/>
          <a:p>
            <a:pPr algn="l"/>
            <a:r>
              <a:rPr sz="1800" b="0"/>
              <a:t>[Supervisor Name]</a:t>
            </a:r>
          </a:p>
        </p:txBody>
      </p:sp>
      <p:pic>
        <p:nvPicPr>
          <p:cNvPr id="2" name="Picture 1">
            <a:extLst>
              <a:ext uri="{FF2B5EF4-FFF2-40B4-BE49-F238E27FC236}">
                <a16:creationId xmlns:a16="http://schemas.microsoft.com/office/drawing/2014/main" id="{3898A11D-78B7-D94A-E5A0-B4DD3DF0704C}"/>
              </a:ext>
            </a:extLst>
          </p:cNvPr>
          <p:cNvPicPr>
            <a:picLocks noChangeAspect="1"/>
          </p:cNvPicPr>
          <p:nvPr/>
        </p:nvPicPr>
        <p:blipFill>
          <a:blip r:embed="rId2" cstate="print"/>
          <a:srcRect/>
          <a:stretch>
            <a:fillRect/>
          </a:stretch>
        </p:blipFill>
        <p:spPr bwMode="auto">
          <a:xfrm>
            <a:off x="87856" y="60788"/>
            <a:ext cx="972458" cy="1348159"/>
          </a:xfrm>
          <a:prstGeom prst="rect">
            <a:avLst/>
          </a:prstGeom>
          <a:noFill/>
          <a:ln w="9525">
            <a:noFill/>
            <a:miter lim="800000"/>
            <a:headEnd/>
            <a:tailEnd/>
          </a:ln>
        </p:spPr>
      </p:pic>
      <p:pic>
        <p:nvPicPr>
          <p:cNvPr id="3" name="Picture 2" descr="أمانة منطقة حائل">
            <a:extLst>
              <a:ext uri="{FF2B5EF4-FFF2-40B4-BE49-F238E27FC236}">
                <a16:creationId xmlns:a16="http://schemas.microsoft.com/office/drawing/2014/main" id="{26C0DC4B-FA89-1ECB-4915-2FF0D52F93D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59734" y="82179"/>
            <a:ext cx="1887624" cy="1149664"/>
          </a:xfrm>
          <a:prstGeom prst="rect">
            <a:avLst/>
          </a:prstGeom>
        </p:spPr>
      </p:pic>
    </p:spTree>
    <p:extLst>
      <p:ext uri="{BB962C8B-B14F-4D97-AF65-F5344CB8AC3E}">
        <p14:creationId xmlns:p14="http://schemas.microsoft.com/office/powerpoint/2010/main" val="220489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88162-2A2C-CC46-7B19-6E8CC86F4C12}"/>
              </a:ext>
            </a:extLst>
          </p:cNvPr>
          <p:cNvSpPr>
            <a:spLocks noGrp="1"/>
          </p:cNvSpPr>
          <p:nvPr>
            <p:ph idx="1"/>
          </p:nvPr>
        </p:nvSpPr>
        <p:spPr>
          <a:xfrm>
            <a:off x="892482" y="2244317"/>
            <a:ext cx="9525000" cy="4451680"/>
          </a:xfrm>
        </p:spPr>
        <p:txBody>
          <a:bodyPr/>
          <a:lstStyle/>
          <a:p>
            <a:r>
              <a:rPr lang="en-GB" sz="1600" dirty="0"/>
              <a:t>The training was completed at Hail Municipality’s Technology Department within the Digital Transformation Agency, supporting national Vision 2030 efforts through Tawakkalna municipal services. The program covered IT governance, digital service standards, and technical tasks including data handling, development, testing, and reporting. The main outcome was the “Jadah Hail Digital” project, a smart tourism guide showcasing Hail’s landmarks and enhancing the municipality’s digital service ecosystem.</a:t>
            </a:r>
            <a:endParaRPr lang="en-GB" sz="1500" dirty="0"/>
          </a:p>
        </p:txBody>
      </p:sp>
      <p:sp>
        <p:nvSpPr>
          <p:cNvPr id="4" name="Snip Diagonal Corner of Rectangle 3">
            <a:extLst>
              <a:ext uri="{FF2B5EF4-FFF2-40B4-BE49-F238E27FC236}">
                <a16:creationId xmlns:a16="http://schemas.microsoft.com/office/drawing/2014/main" id="{254F71D1-646B-8FD6-BD4F-A67DB8EA1A51}"/>
              </a:ext>
            </a:extLst>
          </p:cNvPr>
          <p:cNvSpPr/>
          <p:nvPr/>
        </p:nvSpPr>
        <p:spPr>
          <a:xfrm>
            <a:off x="2981864" y="162003"/>
            <a:ext cx="6228272" cy="842571"/>
          </a:xfrm>
          <a:prstGeom prst="snip2DiagRect">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a:p>
        </p:txBody>
      </p:sp>
      <p:sp>
        <p:nvSpPr>
          <p:cNvPr id="5" name="Title 1">
            <a:extLst>
              <a:ext uri="{FF2B5EF4-FFF2-40B4-BE49-F238E27FC236}">
                <a16:creationId xmlns:a16="http://schemas.microsoft.com/office/drawing/2014/main" id="{416B8540-59C2-467D-92B7-A85F8DE3A516}"/>
              </a:ext>
            </a:extLst>
          </p:cNvPr>
          <p:cNvSpPr txBox="1">
            <a:spLocks/>
          </p:cNvSpPr>
          <p:nvPr/>
        </p:nvSpPr>
        <p:spPr>
          <a:xfrm>
            <a:off x="2981864" y="156093"/>
            <a:ext cx="6228272" cy="8425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en-US" b="1" dirty="0">
                <a:solidFill>
                  <a:srgbClr val="E8CE9D"/>
                </a:solidFill>
                <a:latin typeface="+mn-lt"/>
              </a:rPr>
              <a:t>Introduction</a:t>
            </a:r>
          </a:p>
        </p:txBody>
      </p:sp>
      <p:pic>
        <p:nvPicPr>
          <p:cNvPr id="2" name="Picture 1">
            <a:extLst>
              <a:ext uri="{FF2B5EF4-FFF2-40B4-BE49-F238E27FC236}">
                <a16:creationId xmlns:a16="http://schemas.microsoft.com/office/drawing/2014/main" id="{08C5D099-4E70-A136-BB5F-D5471E89ADE4}"/>
              </a:ext>
            </a:extLst>
          </p:cNvPr>
          <p:cNvPicPr>
            <a:picLocks noChangeAspect="1"/>
          </p:cNvPicPr>
          <p:nvPr/>
        </p:nvPicPr>
        <p:blipFill>
          <a:blip r:embed="rId2" cstate="print"/>
          <a:srcRect/>
          <a:stretch>
            <a:fillRect/>
          </a:stretch>
        </p:blipFill>
        <p:spPr bwMode="auto">
          <a:xfrm>
            <a:off x="135219" y="82179"/>
            <a:ext cx="924515" cy="1210935"/>
          </a:xfrm>
          <a:prstGeom prst="rect">
            <a:avLst/>
          </a:prstGeom>
          <a:noFill/>
          <a:ln w="9525">
            <a:noFill/>
            <a:miter lim="800000"/>
            <a:headEnd/>
            <a:tailEnd/>
          </a:ln>
        </p:spPr>
      </p:pic>
      <p:pic>
        <p:nvPicPr>
          <p:cNvPr id="10" name="Picture 9" descr="أمانة منطقة حائل">
            <a:extLst>
              <a:ext uri="{FF2B5EF4-FFF2-40B4-BE49-F238E27FC236}">
                <a16:creationId xmlns:a16="http://schemas.microsoft.com/office/drawing/2014/main" id="{9C394030-60CA-4DD6-FBC2-5FE35C6F296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176732" y="156093"/>
            <a:ext cx="1688134" cy="1028164"/>
          </a:xfrm>
          <a:prstGeom prst="rect">
            <a:avLst/>
          </a:prstGeom>
        </p:spPr>
      </p:pic>
    </p:spTree>
    <p:extLst>
      <p:ext uri="{BB962C8B-B14F-4D97-AF65-F5344CB8AC3E}">
        <p14:creationId xmlns:p14="http://schemas.microsoft.com/office/powerpoint/2010/main" val="3888668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88162-2A2C-CC46-7B19-6E8CC86F4C12}"/>
              </a:ext>
            </a:extLst>
          </p:cNvPr>
          <p:cNvSpPr>
            <a:spLocks noGrp="1"/>
          </p:cNvSpPr>
          <p:nvPr>
            <p:ph idx="1"/>
          </p:nvPr>
        </p:nvSpPr>
        <p:spPr>
          <a:xfrm>
            <a:off x="1811547" y="1397479"/>
            <a:ext cx="9525000" cy="2214401"/>
          </a:xfrm>
        </p:spPr>
        <p:txBody>
          <a:bodyPr/>
          <a:lstStyle/>
          <a:p>
            <a:r>
              <a:rPr lang="en-GB" sz="1400" dirty="0"/>
              <a:t>During the digital‑transformation phase at Hail Municipality, the work focused on improving the quality of municipal digital services and organizing scattered tourism data into a structured, accessible format. My tasks included collecting and validating tourism information, preparing periodic digital reports, and supporting data organization for decision‑making. As the project progressed, I contributed to developing the tourism guide, which later evolved into </a:t>
            </a:r>
            <a:r>
              <a:rPr lang="en-GB" sz="1400" b="1" dirty="0"/>
              <a:t>Jadah Hail Digital</a:t>
            </a:r>
            <a:r>
              <a:rPr lang="en-GB" sz="1400" dirty="0"/>
              <a:t>, a unified smart‑tourism service. The platform received direct engagement from the municipality and was connected with external partners—including tourism and culture authorities—to ensure accurate information and enhance the overall visitor experience.</a:t>
            </a:r>
          </a:p>
        </p:txBody>
      </p:sp>
      <p:sp>
        <p:nvSpPr>
          <p:cNvPr id="4" name="Snip Diagonal Corner of Rectangle 3">
            <a:extLst>
              <a:ext uri="{FF2B5EF4-FFF2-40B4-BE49-F238E27FC236}">
                <a16:creationId xmlns:a16="http://schemas.microsoft.com/office/drawing/2014/main" id="{254F71D1-646B-8FD6-BD4F-A67DB8EA1A51}"/>
              </a:ext>
            </a:extLst>
          </p:cNvPr>
          <p:cNvSpPr/>
          <p:nvPr/>
        </p:nvSpPr>
        <p:spPr>
          <a:xfrm>
            <a:off x="2674189" y="365125"/>
            <a:ext cx="6228272" cy="842571"/>
          </a:xfrm>
          <a:prstGeom prst="snip2DiagRect">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US"/>
          </a:p>
        </p:txBody>
      </p:sp>
      <p:sp>
        <p:nvSpPr>
          <p:cNvPr id="5" name="Title 1">
            <a:extLst>
              <a:ext uri="{FF2B5EF4-FFF2-40B4-BE49-F238E27FC236}">
                <a16:creationId xmlns:a16="http://schemas.microsoft.com/office/drawing/2014/main" id="{416B8540-59C2-467D-92B7-A85F8DE3A516}"/>
              </a:ext>
            </a:extLst>
          </p:cNvPr>
          <p:cNvSpPr txBox="1">
            <a:spLocks/>
          </p:cNvSpPr>
          <p:nvPr/>
        </p:nvSpPr>
        <p:spPr>
          <a:xfrm>
            <a:off x="2674189" y="365125"/>
            <a:ext cx="6228272" cy="8425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en-US" b="1" dirty="0">
                <a:solidFill>
                  <a:srgbClr val="E8CE9D"/>
                </a:solidFill>
                <a:latin typeface="+mn-lt"/>
              </a:rPr>
              <a:t>Tasks During COOP Training</a:t>
            </a:r>
          </a:p>
        </p:txBody>
      </p:sp>
      <p:sp>
        <p:nvSpPr>
          <p:cNvPr id="6" name="Rectangle 5">
            <a:extLst>
              <a:ext uri="{FF2B5EF4-FFF2-40B4-BE49-F238E27FC236}">
                <a16:creationId xmlns:a16="http://schemas.microsoft.com/office/drawing/2014/main" id="{EB19CE30-7A67-6EBE-DDB7-9797C70B1F3E}"/>
              </a:ext>
            </a:extLst>
          </p:cNvPr>
          <p:cNvSpPr/>
          <p:nvPr/>
        </p:nvSpPr>
        <p:spPr>
          <a:xfrm>
            <a:off x="1460597" y="103514"/>
            <a:ext cx="948905" cy="110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defTabSz="457200" rtl="1" eaLnBrk="1" latinLnBrk="0" hangingPunct="1"/>
            <a:r>
              <a:rPr sz="1400" b="1"/>
              <a:t>Hail Municipality | Digital Transformation Agency</a:t>
            </a:r>
          </a:p>
        </p:txBody>
      </p:sp>
      <p:pic>
        <p:nvPicPr>
          <p:cNvPr id="2" name="Picture 1">
            <a:extLst>
              <a:ext uri="{FF2B5EF4-FFF2-40B4-BE49-F238E27FC236}">
                <a16:creationId xmlns:a16="http://schemas.microsoft.com/office/drawing/2014/main" id="{DAE9898C-33F0-B112-740D-FBE7B5D04541}"/>
              </a:ext>
            </a:extLst>
          </p:cNvPr>
          <p:cNvPicPr>
            <a:picLocks noChangeAspect="1"/>
          </p:cNvPicPr>
          <p:nvPr/>
        </p:nvPicPr>
        <p:blipFill>
          <a:blip r:embed="rId2" cstate="print"/>
          <a:srcRect/>
          <a:stretch>
            <a:fillRect/>
          </a:stretch>
        </p:blipFill>
        <p:spPr bwMode="auto">
          <a:xfrm>
            <a:off x="338228" y="103514"/>
            <a:ext cx="704850" cy="1210935"/>
          </a:xfrm>
          <a:prstGeom prst="rect">
            <a:avLst/>
          </a:prstGeom>
          <a:noFill/>
          <a:ln w="9525">
            <a:noFill/>
            <a:miter lim="800000"/>
            <a:headEnd/>
            <a:tailEnd/>
          </a:ln>
        </p:spPr>
      </p:pic>
    </p:spTree>
    <p:extLst>
      <p:ext uri="{BB962C8B-B14F-4D97-AF65-F5344CB8AC3E}">
        <p14:creationId xmlns:p14="http://schemas.microsoft.com/office/powerpoint/2010/main" val="3258598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88162-2A2C-CC46-7B19-6E8CC86F4C12}"/>
              </a:ext>
            </a:extLst>
          </p:cNvPr>
          <p:cNvSpPr>
            <a:spLocks noGrp="1"/>
          </p:cNvSpPr>
          <p:nvPr>
            <p:ph idx="1"/>
          </p:nvPr>
        </p:nvSpPr>
        <p:spPr>
          <a:xfrm>
            <a:off x="1811547" y="1397479"/>
            <a:ext cx="9525000" cy="4451680"/>
          </a:xfrm>
        </p:spPr>
        <p:txBody>
          <a:bodyPr/>
          <a:lstStyle/>
          <a:p>
            <a:pPr marL="0" indent="0">
              <a:buNone/>
            </a:pPr>
            <a:r>
              <a:rPr lang="en-GB" sz="1400" dirty="0"/>
              <a:t>The COOP training provided hands‑on exposure to the digital‑transformation efforts at Hail Municipality, particularly in enhancing the delivery of municipal digital services.</a:t>
            </a:r>
            <a:endParaRPr lang="ar-SA" sz="1400" dirty="0"/>
          </a:p>
          <a:p>
            <a:pPr marL="0" indent="0">
              <a:buNone/>
            </a:pPr>
            <a:r>
              <a:rPr lang="en-GB" sz="1400" dirty="0"/>
              <a:t> I gained experience in organizing and documenting tourism data, preparing structured digital reports, and understanding how information moves across departments. As the project progressed, I contributed to evolving the initial tourism guide into </a:t>
            </a:r>
            <a:r>
              <a:rPr lang="en-GB" sz="1400" b="1" dirty="0"/>
              <a:t>Jadah Hail Digital</a:t>
            </a:r>
            <a:r>
              <a:rPr lang="en-GB" sz="1400" dirty="0"/>
              <a:t>, a more advanced smart‑tourism service. </a:t>
            </a:r>
            <a:endParaRPr lang="ar-SA" sz="1400" dirty="0"/>
          </a:p>
          <a:p>
            <a:pPr marL="0" indent="0">
              <a:buNone/>
            </a:pPr>
            <a:r>
              <a:rPr lang="en-GB" sz="1400" dirty="0"/>
              <a:t>The work included ongoing coordination with the municipality and external entities—such as tourism and culture authorities—to ensure accurate data and stronger integration, which increased the platform’s impact and usefulness for visitors</a:t>
            </a:r>
            <a:r>
              <a:rPr lang="ar-SA" sz="1400" dirty="0"/>
              <a:t>.</a:t>
            </a:r>
            <a:endParaRPr lang="en-GB" sz="1400" dirty="0"/>
          </a:p>
        </p:txBody>
      </p:sp>
      <p:sp>
        <p:nvSpPr>
          <p:cNvPr id="4" name="Snip Diagonal Corner of Rectangle 3">
            <a:extLst>
              <a:ext uri="{FF2B5EF4-FFF2-40B4-BE49-F238E27FC236}">
                <a16:creationId xmlns:a16="http://schemas.microsoft.com/office/drawing/2014/main" id="{254F71D1-646B-8FD6-BD4F-A67DB8EA1A51}"/>
              </a:ext>
            </a:extLst>
          </p:cNvPr>
          <p:cNvSpPr/>
          <p:nvPr/>
        </p:nvSpPr>
        <p:spPr>
          <a:xfrm>
            <a:off x="2674189" y="365125"/>
            <a:ext cx="6228272" cy="842571"/>
          </a:xfrm>
          <a:prstGeom prst="snip2DiagRect">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US"/>
          </a:p>
        </p:txBody>
      </p:sp>
      <p:sp>
        <p:nvSpPr>
          <p:cNvPr id="5" name="Title 1">
            <a:extLst>
              <a:ext uri="{FF2B5EF4-FFF2-40B4-BE49-F238E27FC236}">
                <a16:creationId xmlns:a16="http://schemas.microsoft.com/office/drawing/2014/main" id="{416B8540-59C2-467D-92B7-A85F8DE3A516}"/>
              </a:ext>
            </a:extLst>
          </p:cNvPr>
          <p:cNvSpPr txBox="1">
            <a:spLocks/>
          </p:cNvSpPr>
          <p:nvPr/>
        </p:nvSpPr>
        <p:spPr>
          <a:xfrm>
            <a:off x="2674189" y="365125"/>
            <a:ext cx="6228272" cy="842571"/>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en-US" b="1" dirty="0">
                <a:solidFill>
                  <a:srgbClr val="E8CE9D"/>
                </a:solidFill>
                <a:latin typeface="+mn-lt"/>
              </a:rPr>
              <a:t>Experiences from COOP Training</a:t>
            </a:r>
          </a:p>
        </p:txBody>
      </p:sp>
      <p:sp>
        <p:nvSpPr>
          <p:cNvPr id="6" name="Rectangle 5">
            <a:extLst>
              <a:ext uri="{FF2B5EF4-FFF2-40B4-BE49-F238E27FC236}">
                <a16:creationId xmlns:a16="http://schemas.microsoft.com/office/drawing/2014/main" id="{EB19CE30-7A67-6EBE-DDB7-9797C70B1F3E}"/>
              </a:ext>
            </a:extLst>
          </p:cNvPr>
          <p:cNvSpPr/>
          <p:nvPr/>
        </p:nvSpPr>
        <p:spPr>
          <a:xfrm>
            <a:off x="1402650" y="103514"/>
            <a:ext cx="948905" cy="110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defTabSz="457200" rtl="1" eaLnBrk="1" latinLnBrk="0" hangingPunct="1"/>
            <a:r>
              <a:rPr sz="1400" b="1"/>
              <a:t>Hail Municipality | Digital Transformation Agency</a:t>
            </a:r>
          </a:p>
        </p:txBody>
      </p:sp>
      <p:pic>
        <p:nvPicPr>
          <p:cNvPr id="2" name="Picture 1">
            <a:extLst>
              <a:ext uri="{FF2B5EF4-FFF2-40B4-BE49-F238E27FC236}">
                <a16:creationId xmlns:a16="http://schemas.microsoft.com/office/drawing/2014/main" id="{B2094742-FBE1-5E20-9457-58E62C135D5E}"/>
              </a:ext>
            </a:extLst>
          </p:cNvPr>
          <p:cNvPicPr>
            <a:picLocks noChangeAspect="1"/>
          </p:cNvPicPr>
          <p:nvPr/>
        </p:nvPicPr>
        <p:blipFill>
          <a:blip r:embed="rId2" cstate="print"/>
          <a:srcRect/>
          <a:stretch>
            <a:fillRect/>
          </a:stretch>
        </p:blipFill>
        <p:spPr bwMode="auto">
          <a:xfrm>
            <a:off x="338228" y="103514"/>
            <a:ext cx="704850" cy="1210935"/>
          </a:xfrm>
          <a:prstGeom prst="rect">
            <a:avLst/>
          </a:prstGeom>
          <a:noFill/>
          <a:ln w="9525">
            <a:noFill/>
            <a:miter lim="800000"/>
            <a:headEnd/>
            <a:tailEnd/>
          </a:ln>
        </p:spPr>
      </p:pic>
    </p:spTree>
    <p:extLst>
      <p:ext uri="{BB962C8B-B14F-4D97-AF65-F5344CB8AC3E}">
        <p14:creationId xmlns:p14="http://schemas.microsoft.com/office/powerpoint/2010/main" val="425592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888162-2A2C-CC46-7B19-6E8CC86F4C12}"/>
              </a:ext>
            </a:extLst>
          </p:cNvPr>
          <p:cNvSpPr>
            <a:spLocks noGrp="1"/>
          </p:cNvSpPr>
          <p:nvPr>
            <p:ph idx="1"/>
          </p:nvPr>
        </p:nvSpPr>
        <p:spPr>
          <a:xfrm>
            <a:off x="1811547" y="1397479"/>
            <a:ext cx="9525000" cy="4451680"/>
          </a:xfrm>
        </p:spPr>
        <p:txBody>
          <a:bodyPr/>
          <a:lstStyle/>
          <a:p>
            <a:r>
              <a:rPr lang="en-GB" sz="1400" dirty="0"/>
              <a:t>The project delivered a fully functional smart‑tourism platform for Hail, enabling visitors to browse landmarks, events, and suggested routes, explore locations through an interactive map, read descriptions and visitor reviews, use a tourism assistant, and access an admin dashboard for municipality staff. The platform provides structured digital content and aligns with the municipality’s digital‑transformation objectives. Future enhancements include deeper integration with Tawakkalna, expanding tourism content to include more landmarks and seasonal events, and enabling seamless mobile access to improve the visitor experience.</a:t>
            </a:r>
          </a:p>
        </p:txBody>
      </p:sp>
      <p:sp>
        <p:nvSpPr>
          <p:cNvPr id="4" name="Snip Diagonal Corner of Rectangle 3">
            <a:extLst>
              <a:ext uri="{FF2B5EF4-FFF2-40B4-BE49-F238E27FC236}">
                <a16:creationId xmlns:a16="http://schemas.microsoft.com/office/drawing/2014/main" id="{254F71D1-646B-8FD6-BD4F-A67DB8EA1A51}"/>
              </a:ext>
            </a:extLst>
          </p:cNvPr>
          <p:cNvSpPr/>
          <p:nvPr/>
        </p:nvSpPr>
        <p:spPr>
          <a:xfrm>
            <a:off x="2674189" y="365125"/>
            <a:ext cx="6228272" cy="842571"/>
          </a:xfrm>
          <a:prstGeom prst="snip2DiagRect">
            <a:avLst/>
          </a:prstGeom>
          <a:solidFill>
            <a:srgbClr val="155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US"/>
          </a:p>
        </p:txBody>
      </p:sp>
      <p:sp>
        <p:nvSpPr>
          <p:cNvPr id="5" name="Title 1">
            <a:extLst>
              <a:ext uri="{FF2B5EF4-FFF2-40B4-BE49-F238E27FC236}">
                <a16:creationId xmlns:a16="http://schemas.microsoft.com/office/drawing/2014/main" id="{416B8540-59C2-467D-92B7-A85F8DE3A516}"/>
              </a:ext>
            </a:extLst>
          </p:cNvPr>
          <p:cNvSpPr txBox="1">
            <a:spLocks/>
          </p:cNvSpPr>
          <p:nvPr/>
        </p:nvSpPr>
        <p:spPr>
          <a:xfrm>
            <a:off x="2674189" y="365125"/>
            <a:ext cx="6228272" cy="8425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1"/>
            <a:r>
              <a:rPr sz="2600" b="1" dirty="0"/>
              <a:t>COOP Project: Jadah Hail Digital — Results</a:t>
            </a:r>
          </a:p>
        </p:txBody>
      </p:sp>
      <p:sp>
        <p:nvSpPr>
          <p:cNvPr id="6" name="Rectangle 5">
            <a:extLst>
              <a:ext uri="{FF2B5EF4-FFF2-40B4-BE49-F238E27FC236}">
                <a16:creationId xmlns:a16="http://schemas.microsoft.com/office/drawing/2014/main" id="{EB19CE30-7A67-6EBE-DDB7-9797C70B1F3E}"/>
              </a:ext>
            </a:extLst>
          </p:cNvPr>
          <p:cNvSpPr/>
          <p:nvPr/>
        </p:nvSpPr>
        <p:spPr>
          <a:xfrm>
            <a:off x="1506317" y="103514"/>
            <a:ext cx="948905" cy="1104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defTabSz="457200" rtl="1" eaLnBrk="1" latinLnBrk="0" hangingPunct="1"/>
            <a:r>
              <a:rPr sz="1400" b="1"/>
              <a:t>Hail Municipality | Digital Transformation Agency</a:t>
            </a:r>
          </a:p>
        </p:txBody>
      </p:sp>
    </p:spTree>
    <p:extLst>
      <p:ext uri="{BB962C8B-B14F-4D97-AF65-F5344CB8AC3E}">
        <p14:creationId xmlns:p14="http://schemas.microsoft.com/office/powerpoint/2010/main" val="567858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01_home.png">
            <a:extLst>
              <a:ext uri="{FF2B5EF4-FFF2-40B4-BE49-F238E27FC236}">
                <a16:creationId xmlns:a16="http://schemas.microsoft.com/office/drawing/2014/main" id="{EF4EFF46-622C-7BC4-9599-C0B52A8F4FCE}"/>
              </a:ext>
            </a:extLst>
          </p:cNvPr>
          <p:cNvPicPr>
            <a:picLocks noChangeAspect="1"/>
          </p:cNvPicPr>
          <p:nvPr/>
        </p:nvPicPr>
        <p:blipFill>
          <a:blip r:embed="rId2"/>
          <a:srcRect b="10000"/>
          <a:stretch>
            <a:fillRect/>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E420359-2F29-7C26-8D64-78B9279A4E13}"/>
              </a:ext>
            </a:extLst>
          </p:cNvPr>
          <p:cNvSpPr txBox="1"/>
          <p:nvPr/>
        </p:nvSpPr>
        <p:spPr>
          <a:xfrm>
            <a:off x="381878" y="5945983"/>
            <a:ext cx="2875672" cy="369332"/>
          </a:xfrm>
          <a:prstGeom prst="rect">
            <a:avLst/>
          </a:prstGeom>
          <a:solidFill>
            <a:schemeClr val="bg1"/>
          </a:solidFill>
          <a:scene3d>
            <a:camera prst="orthographicFront"/>
            <a:lightRig rig="threePt" dir="t"/>
          </a:scene3d>
          <a:sp3d>
            <a:bevelT/>
          </a:sp3d>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GB" b="1" dirty="0">
                <a:solidFill>
                  <a:schemeClr val="accent1">
                    <a:lumMod val="50000"/>
                  </a:schemeClr>
                </a:solidFill>
              </a:rPr>
              <a:t>Visitor Portal — Home Page</a:t>
            </a:r>
            <a:endParaRPr lang="en-GB" dirty="0">
              <a:solidFill>
                <a:schemeClr val="accent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03_map.png">
            <a:extLst>
              <a:ext uri="{FF2B5EF4-FFF2-40B4-BE49-F238E27FC236}">
                <a16:creationId xmlns:a16="http://schemas.microsoft.com/office/drawing/2014/main" id="{607DD2B0-B64C-F965-DEFA-32A1DCEE715B}"/>
              </a:ext>
            </a:extLst>
          </p:cNvPr>
          <p:cNvPicPr>
            <a:picLocks noChangeAspect="1"/>
          </p:cNvPicPr>
          <p:nvPr/>
        </p:nvPicPr>
        <p:blipFill>
          <a:blip r:embed="rId2"/>
          <a:srcRect b="10017"/>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5574BA2F-0C01-4C56-DCA3-12FB82AFE2D3}"/>
              </a:ext>
            </a:extLst>
          </p:cNvPr>
          <p:cNvSpPr txBox="1"/>
          <p:nvPr/>
        </p:nvSpPr>
        <p:spPr>
          <a:xfrm>
            <a:off x="564758" y="4460083"/>
            <a:ext cx="3035692" cy="369332"/>
          </a:xfrm>
          <a:prstGeom prst="rect">
            <a:avLst/>
          </a:prstGeom>
          <a:solidFill>
            <a:schemeClr val="bg1"/>
          </a:solidFill>
          <a:scene3d>
            <a:camera prst="orthographicFront"/>
            <a:lightRig rig="threePt" dir="t"/>
          </a:scene3d>
          <a:sp3d>
            <a:bevelT/>
          </a:sp3d>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GB" b="1" dirty="0">
                <a:solidFill>
                  <a:schemeClr val="accent1">
                    <a:lumMod val="50000"/>
                  </a:schemeClr>
                </a:solidFill>
              </a:rPr>
              <a:t>Interactive Hail Tourism Map</a:t>
            </a:r>
            <a:endParaRPr lang="en-GB" dirty="0">
              <a:solidFill>
                <a:schemeClr val="accent1">
                  <a:lumMod val="50000"/>
                </a:schemeClr>
              </a:solidFill>
            </a:endParaRPr>
          </a:p>
        </p:txBody>
      </p:sp>
    </p:spTree>
    <p:extLst>
      <p:ext uri="{BB962C8B-B14F-4D97-AF65-F5344CB8AC3E}">
        <p14:creationId xmlns:p14="http://schemas.microsoft.com/office/powerpoint/2010/main" val="1392430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75161EAE-0EC1-4B17-B10A-B7DC7357E657}"/>
              </a:ext>
            </a:extLst>
          </p:cNvPr>
          <p:cNvPicPr>
            <a:picLocks noChangeAspect="1"/>
          </p:cNvPicPr>
          <p:nvPr/>
        </p:nvPicPr>
        <p:blipFill>
          <a:blip r:embed="rId2"/>
          <a:srcRect l="7723" r="12708" b="1"/>
          <a:stretch>
            <a:fillRect/>
          </a:stretch>
        </p:blipFill>
        <p:spPr>
          <a:xfrm>
            <a:off x="20" y="1282"/>
            <a:ext cx="12191980" cy="6856718"/>
          </a:xfrm>
          <a:prstGeom prst="rect">
            <a:avLst/>
          </a:prstGeom>
        </p:spPr>
      </p:pic>
      <p:sp>
        <p:nvSpPr>
          <p:cNvPr id="7" name="TextBox 6">
            <a:extLst>
              <a:ext uri="{FF2B5EF4-FFF2-40B4-BE49-F238E27FC236}">
                <a16:creationId xmlns:a16="http://schemas.microsoft.com/office/drawing/2014/main" id="{4C57425F-A180-E116-1AD8-A81799C6E7E9}"/>
              </a:ext>
            </a:extLst>
          </p:cNvPr>
          <p:cNvSpPr txBox="1"/>
          <p:nvPr/>
        </p:nvSpPr>
        <p:spPr>
          <a:xfrm>
            <a:off x="721847" y="1819459"/>
            <a:ext cx="2875672" cy="369332"/>
          </a:xfrm>
          <a:prstGeom prst="rect">
            <a:avLst/>
          </a:prstGeom>
          <a:solidFill>
            <a:schemeClr val="bg1"/>
          </a:solidFill>
          <a:scene3d>
            <a:camera prst="orthographicFront"/>
            <a:lightRig rig="threePt" dir="t"/>
          </a:scene3d>
          <a:sp3d>
            <a:bevelT/>
          </a:sp3d>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GB" b="1" dirty="0">
                <a:solidFill>
                  <a:schemeClr val="accent1">
                    <a:lumMod val="50000"/>
                  </a:schemeClr>
                </a:solidFill>
              </a:rPr>
              <a:t>Landmark Details &amp; Reviews</a:t>
            </a:r>
            <a:endParaRPr lang="en-GB" dirty="0">
              <a:solidFill>
                <a:schemeClr val="accent1">
                  <a:lumMod val="50000"/>
                </a:schemeClr>
              </a:solidFill>
            </a:endParaRPr>
          </a:p>
        </p:txBody>
      </p:sp>
    </p:spTree>
    <p:extLst>
      <p:ext uri="{BB962C8B-B14F-4D97-AF65-F5344CB8AC3E}">
        <p14:creationId xmlns:p14="http://schemas.microsoft.com/office/powerpoint/2010/main" val="233807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39ED2BA-6F5E-C3E2-5F77-4F54D3F26A81}"/>
              </a:ext>
            </a:extLst>
          </p:cNvPr>
          <p:cNvPicPr>
            <a:picLocks noChangeAspect="1"/>
          </p:cNvPicPr>
          <p:nvPr/>
        </p:nvPicPr>
        <p:blipFill>
          <a:blip r:embed="rId2"/>
          <a:stretch>
            <a:fillRect/>
          </a:stretch>
        </p:blipFill>
        <p:spPr>
          <a:xfrm>
            <a:off x="643467" y="866310"/>
            <a:ext cx="10905066" cy="5125380"/>
          </a:xfrm>
          <a:prstGeom prst="rect">
            <a:avLst/>
          </a:prstGeom>
        </p:spPr>
      </p:pic>
      <p:sp>
        <p:nvSpPr>
          <p:cNvPr id="4" name="TextBox 3">
            <a:extLst>
              <a:ext uri="{FF2B5EF4-FFF2-40B4-BE49-F238E27FC236}">
                <a16:creationId xmlns:a16="http://schemas.microsoft.com/office/drawing/2014/main" id="{AA91BCA1-EF85-00CF-73A6-4E1A42F38721}"/>
              </a:ext>
            </a:extLst>
          </p:cNvPr>
          <p:cNvSpPr txBox="1"/>
          <p:nvPr/>
        </p:nvSpPr>
        <p:spPr>
          <a:xfrm>
            <a:off x="973016" y="2081461"/>
            <a:ext cx="4384430" cy="369332"/>
          </a:xfrm>
          <a:prstGeom prst="rect">
            <a:avLst/>
          </a:prstGeom>
          <a:solidFill>
            <a:schemeClr val="bg1"/>
          </a:solidFill>
          <a:ln>
            <a:solidFill>
              <a:schemeClr val="accent1">
                <a:lumMod val="50000"/>
              </a:schemeClr>
            </a:solidFill>
          </a:ln>
          <a:scene3d>
            <a:camera prst="orthographicFront"/>
            <a:lightRig rig="threePt" dir="t"/>
          </a:scene3d>
          <a:sp3d>
            <a:bevelT prst="angle"/>
          </a:sp3d>
        </p:spPr>
        <p:style>
          <a:lnRef idx="0">
            <a:schemeClr val="accent3"/>
          </a:lnRef>
          <a:fillRef idx="3">
            <a:schemeClr val="accent3"/>
          </a:fillRef>
          <a:effectRef idx="3">
            <a:schemeClr val="accent3"/>
          </a:effectRef>
          <a:fontRef idx="minor">
            <a:schemeClr val="lt1"/>
          </a:fontRef>
        </p:style>
        <p:txBody>
          <a:bodyPr wrap="square" numCol="1" rtlCol="0" anchor="ctr">
            <a:spAutoFit/>
          </a:bodyPr>
          <a:lstStyle/>
          <a:p>
            <a:pPr algn="ctr"/>
            <a:r>
              <a:rPr lang="en-US" b="1" dirty="0">
                <a:solidFill>
                  <a:schemeClr val="accent1">
                    <a:lumMod val="50000"/>
                  </a:schemeClr>
                </a:solidFill>
              </a:rPr>
              <a:t>Admin dashboard for monitoring indicators</a:t>
            </a:r>
            <a:endParaRPr lang="en-GB" dirty="0">
              <a:solidFill>
                <a:schemeClr val="accent1">
                  <a:lumMod val="50000"/>
                </a:schemeClr>
              </a:solidFill>
            </a:endParaRPr>
          </a:p>
        </p:txBody>
      </p:sp>
    </p:spTree>
    <p:extLst>
      <p:ext uri="{BB962C8B-B14F-4D97-AF65-F5344CB8AC3E}">
        <p14:creationId xmlns:p14="http://schemas.microsoft.com/office/powerpoint/2010/main" val="2599295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211</TotalTime>
  <Words>489</Words>
  <Application>Microsoft Office PowerPoint</Application>
  <PresentationFormat>Widescreen</PresentationFormat>
  <Paragraphs>25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Abdulaziz Mohammed Jarallah Alayba</dc:creator>
  <cp:lastModifiedBy>moneera fahaid</cp:lastModifiedBy>
  <cp:revision>10</cp:revision>
  <cp:lastPrinted>2022-11-07T18:30:17Z</cp:lastPrinted>
  <dcterms:created xsi:type="dcterms:W3CDTF">2022-11-07T17:13:43Z</dcterms:created>
  <dcterms:modified xsi:type="dcterms:W3CDTF">2026-06-19T13:10:01Z</dcterms:modified>
</cp:coreProperties>
</file>